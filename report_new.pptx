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4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haguptarke6-cmyk/AI-Powered-Smart-Chatbot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955279" y="731520"/>
            <a:ext cx="3749039" cy="3749039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49640" y="1325880"/>
            <a:ext cx="2560320" cy="2560320"/>
          </a:xfrm>
          <a:prstGeom prst="ellipse">
            <a:avLst/>
          </a:prstGeom>
          <a:solidFill>
            <a:srgbClr val="0F4476"/>
          </a:solidFill>
          <a:ln>
            <a:solidFill>
              <a:srgbClr val="0F4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0" y="1554480"/>
            <a:ext cx="192024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6600" b="0">
                <a:solidFill>
                  <a:srgbClr val="FFFFFF"/>
                </a:solidFill>
                <a:latin typeface="Aptos"/>
              </a:defRPr>
            </a:pPr>
            <a:r>
              <a:t>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685800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AI-POWERED</a:t>
            </a:r>
          </a:p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SMART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5943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AED7FF"/>
                </a:solidFill>
                <a:latin typeface="Aptos"/>
              </a:defRPr>
            </a:pPr>
            <a:r>
              <a:t>Final Capstone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00400"/>
            <a:ext cx="1005840" cy="73152"/>
          </a:xfrm>
          <a:prstGeom prst="rect">
            <a:avLst/>
          </a:prstGeom>
          <a:solidFill>
            <a:srgbClr val="F59128"/>
          </a:solidFill>
          <a:ln>
            <a:solidFill>
              <a:srgbClr val="F5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6217920" cy="1733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/>
              <a:t>Name: </a:t>
            </a:r>
            <a:r>
              <a:rPr lang="en-IN" dirty="0"/>
              <a:t>Neha Bansal</a:t>
            </a:r>
            <a:endParaRPr dirty="0"/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/>
              <a:t>Trainer: </a:t>
            </a:r>
            <a:r>
              <a:rPr lang="en-IN" dirty="0"/>
              <a:t>Anant Verma</a:t>
            </a:r>
            <a:endParaRPr dirty="0"/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/>
              <a:t>Institute: </a:t>
            </a:r>
            <a:r>
              <a:rPr lang="en-IN" dirty="0"/>
              <a:t>E&amp;ICT IIT Roorkee</a:t>
            </a:r>
            <a:endParaRPr dirty="0"/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/>
              <a:t>Course: </a:t>
            </a:r>
            <a:r>
              <a:rPr lang="en-US" dirty="0"/>
              <a:t>Advanced Program In Applied Data Analytics &amp; Generative AI</a:t>
            </a:r>
            <a:endParaRPr dirty="0"/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/>
              <a:t>Date: </a:t>
            </a:r>
            <a:r>
              <a:rPr lang="en-IN" dirty="0"/>
              <a:t>29/10/2026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77240" y="626364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Python  •  Streamlit  •  LangChain  •  Ollama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22D1E9-5AAF-3146-5784-551FF54E3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158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528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1887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8016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188720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A Python-based chatbot that accepts user questions and generates AI responses.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65376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Streamlit provides the interactive web interface.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50592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59152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LangChain connects the application to the language model.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35808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944368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Ollama runs the Llama 3.2 3B model locally on the computer.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21024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529584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Designed as a learning-focused capstone demonstrating local LLM integration.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37960"/>
            <a:ext cx="11338560" cy="22860"/>
          </a:xfrm>
          <a:prstGeom prst="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F6F80"/>
                </a:solidFill>
                <a:latin typeface="Aptos"/>
              </a:defRPr>
            </a:pPr>
            <a:r>
              <a:t>AI-POWERED SMART CHATBOT  •  FINAL CAPSTONE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1887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8016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188720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Build an interactive chatbot interface.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65376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Generate natural-language answers to user questions.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50592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59152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Maintain conversation history during the active session.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35808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944368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Connect a local language model through LangChain.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21024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529584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Test core functionality and basic error handling.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37960"/>
            <a:ext cx="11338560" cy="22860"/>
          </a:xfrm>
          <a:prstGeom prst="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F6F80"/>
                </a:solidFill>
                <a:latin typeface="Aptos"/>
              </a:defRPr>
            </a:pPr>
            <a:r>
              <a:t>AI-POWERED SMART CHATBOT  •  FINAL CAPSTONE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1887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8016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188720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Python — core programming language.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65376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Streamlit — web application and chat interface.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50592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59152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LangChain — message handling and language-model integration.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35808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944368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Ollama — local model runtime.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21024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529584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Llama 3.2 3B — language model used by the application.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20624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114800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Jupyter Notebook — experimentation, testing, and documentation.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537960"/>
            <a:ext cx="11338560" cy="22860"/>
          </a:xfrm>
          <a:prstGeom prst="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F6F80"/>
                </a:solidFill>
                <a:latin typeface="Aptos"/>
              </a:defRPr>
            </a:pPr>
            <a:r>
              <a:t>AI-POWERED SMART CHATBOT  •  FINAL CAPSTONE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1887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1965960" cy="1417320"/>
          </a:xfrm>
          <a:prstGeom prst="roundRect">
            <a:avLst/>
          </a:prstGeom>
          <a:solidFill>
            <a:srgbClr val="EBF5FF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16152" y="1417320"/>
            <a:ext cx="548640" cy="548640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16152" y="1481328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59152"/>
            <a:ext cx="169164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A3057"/>
                </a:solidFill>
                <a:latin typeface="Aptos"/>
              </a:defRPr>
            </a:pPr>
            <a:r>
              <a:t>User enters 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487168"/>
            <a:ext cx="34747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F5912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2057400"/>
            <a:ext cx="1965960" cy="1417320"/>
          </a:xfrm>
          <a:prstGeom prst="roundRect">
            <a:avLst/>
          </a:prstGeom>
          <a:solidFill>
            <a:srgbClr val="EBF5FF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75304" y="1417320"/>
            <a:ext cx="548640" cy="548640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75304" y="1481328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359152"/>
            <a:ext cx="169164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A3057"/>
                </a:solidFill>
                <a:latin typeface="Aptos"/>
              </a:defRPr>
            </a:pPr>
            <a:r>
              <a:t>Streamlit receives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2487168"/>
            <a:ext cx="34747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F5912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21224" y="2057400"/>
            <a:ext cx="1965960" cy="1417320"/>
          </a:xfrm>
          <a:prstGeom prst="roundRect">
            <a:avLst/>
          </a:prstGeom>
          <a:solidFill>
            <a:srgbClr val="EBF5FF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934456" y="1417320"/>
            <a:ext cx="548640" cy="548640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34456" y="1481328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2359152"/>
            <a:ext cx="169164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A3057"/>
                </a:solidFill>
                <a:latin typeface="Aptos"/>
              </a:defRPr>
            </a:pPr>
            <a:r>
              <a:t>LangChain formats message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7183" y="2487168"/>
            <a:ext cx="34747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F5912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0376" y="2057400"/>
            <a:ext cx="1965960" cy="1417320"/>
          </a:xfrm>
          <a:prstGeom prst="roundRect">
            <a:avLst/>
          </a:prstGeom>
          <a:solidFill>
            <a:srgbClr val="EBF5FF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93608" y="1417320"/>
            <a:ext cx="548640" cy="548640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93608" y="1481328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2359152"/>
            <a:ext cx="169164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A3057"/>
                </a:solidFill>
                <a:latin typeface="Aptos"/>
              </a:defRPr>
            </a:pPr>
            <a:r>
              <a:t>Ollama runs Llama 3.2 3B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6336" y="2487168"/>
            <a:ext cx="34747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F5912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39528" y="2057400"/>
            <a:ext cx="1965960" cy="1417320"/>
          </a:xfrm>
          <a:prstGeom prst="roundRect">
            <a:avLst/>
          </a:prstGeom>
          <a:solidFill>
            <a:srgbClr val="EBF5FF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652760" y="1417320"/>
            <a:ext cx="548640" cy="548640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52760" y="1481328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6688" y="2359152"/>
            <a:ext cx="169164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A3057"/>
                </a:solidFill>
                <a:latin typeface="Aptos"/>
              </a:defRPr>
            </a:pPr>
            <a:r>
              <a:t>Response appears in chat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389120"/>
            <a:ext cx="10515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1F2F41"/>
                </a:solidFill>
                <a:latin typeface="Aptos"/>
              </a:defRPr>
            </a:pPr>
            <a:r>
              <a:t>The model runs locally after installation and download; no paid API key is required for this setup.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6537960"/>
            <a:ext cx="11338560" cy="22860"/>
          </a:xfrm>
          <a:prstGeom prst="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F6F80"/>
                </a:solidFill>
                <a:latin typeface="Aptos"/>
              </a:defRPr>
            </a:pPr>
            <a:r>
              <a:t>AI-POWERED SMART CHATBOT  •  FINAL CAPSTONE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Project File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1887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8016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188720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app.py — main Streamlit chatbot application.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65376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project.ipynb — notebook for setup, sample interactions, and testing notes.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50592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59152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requirements.txt — Python package dependencies.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35808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944368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README.md — project overview and setup instructions.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21024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529584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report.pptx — this project presentation.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20624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114800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Final_Capstone_Project.zip — packaged submission files.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791455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4700016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Keep .venv and local environment files out of the ZIP.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537960"/>
            <a:ext cx="11338560" cy="22860"/>
          </a:xfrm>
          <a:prstGeom prst="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F6F80"/>
                </a:solidFill>
                <a:latin typeface="Aptos"/>
              </a:defRPr>
            </a:pPr>
            <a:r>
              <a:t>AI-POWERED SMART CHATBOT  •  FINAL CAPSTONE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System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1887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8016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188720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Windows, macOS, or Linux computer.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65376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Python 3.11 or 3.12 recommended for compatibility.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50592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59152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Visual Studio Code or another Python editor.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35808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944368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Ollama installed and the selected model downloaded.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21024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529584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Enough disk space and memory to run the local model.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20624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114800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Internet access is needed for initial package/model downloads.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537960"/>
            <a:ext cx="11338560" cy="22860"/>
          </a:xfrm>
          <a:prstGeom prst="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F6F80"/>
                </a:solidFill>
                <a:latin typeface="Aptos"/>
              </a:defRPr>
            </a:pPr>
            <a:r>
              <a:t>AI-POWERED SMART CHATBOT  •  FINAL CAPSTONE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Installation and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1887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051560"/>
            <a:ext cx="438912" cy="438912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4389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005840"/>
            <a:ext cx="38404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F2F41"/>
                </a:solidFill>
                <a:latin typeface="Aptos"/>
              </a:defRPr>
            </a:pPr>
            <a:r>
              <a:t>Create virtual environment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987552"/>
            <a:ext cx="6309360" cy="502920"/>
          </a:xfrm>
          <a:prstGeom prst="round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30368" y="1078992"/>
            <a:ext cx="58978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0A3057"/>
                </a:solidFill>
                <a:latin typeface="Consolas"/>
              </a:defRPr>
            </a:pPr>
            <a:r>
              <a:t>py -3.12 -m venv .venv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039112"/>
            <a:ext cx="438912" cy="438912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2"/>
            <a:ext cx="4389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993392"/>
            <a:ext cx="38404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F2F41"/>
                </a:solidFill>
                <a:latin typeface="Aptos"/>
              </a:defRPr>
            </a:pPr>
            <a:r>
              <a:t>Activate on Windows PowerShell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975104"/>
            <a:ext cx="6309360" cy="502920"/>
          </a:xfrm>
          <a:prstGeom prst="round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0368" y="2066544"/>
            <a:ext cx="58978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0A3057"/>
                </a:solidFill>
                <a:latin typeface="Consolas"/>
              </a:defRPr>
            </a:pPr>
            <a:r>
              <a:t>.\.venv\Scripts\Activate.ps1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026664"/>
            <a:ext cx="438912" cy="438912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072384"/>
            <a:ext cx="4389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80944"/>
            <a:ext cx="38404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F2F41"/>
                </a:solidFill>
                <a:latin typeface="Aptos"/>
              </a:defRPr>
            </a:pPr>
            <a:r>
              <a:t>Install Python dependencies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962656"/>
            <a:ext cx="6309360" cy="502920"/>
          </a:xfrm>
          <a:prstGeom prst="round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30368" y="3054096"/>
            <a:ext cx="58978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0A3057"/>
                </a:solidFill>
                <a:latin typeface="Consolas"/>
              </a:defRPr>
            </a:pPr>
            <a:r>
              <a:t>python -m pip install -r requirements.txt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014215"/>
            <a:ext cx="438912" cy="438912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059935"/>
            <a:ext cx="4389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968496"/>
            <a:ext cx="38404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F2F41"/>
                </a:solidFill>
                <a:latin typeface="Aptos"/>
              </a:defRPr>
            </a:pPr>
            <a:r>
              <a:t>Download the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3950208"/>
            <a:ext cx="6309360" cy="502920"/>
          </a:xfrm>
          <a:prstGeom prst="round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30368" y="4041648"/>
            <a:ext cx="58978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0A3057"/>
                </a:solidFill>
                <a:latin typeface="Consolas"/>
              </a:defRPr>
            </a:pPr>
            <a:r>
              <a:t>ollama pull llama3.2:3b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5001768"/>
            <a:ext cx="438912" cy="438912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047488"/>
            <a:ext cx="4389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956048"/>
            <a:ext cx="38404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F2F41"/>
                </a:solidFill>
                <a:latin typeface="Aptos"/>
              </a:defRPr>
            </a:pPr>
            <a:r>
              <a:t>Check downloaded models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4937760"/>
            <a:ext cx="6309360" cy="502920"/>
          </a:xfrm>
          <a:prstGeom prst="round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30368" y="5029200"/>
            <a:ext cx="58978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0A3057"/>
                </a:solidFill>
                <a:latin typeface="Consolas"/>
              </a:defRPr>
            </a:pPr>
            <a:r>
              <a:t>ollama list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6537960"/>
            <a:ext cx="11338560" cy="22860"/>
          </a:xfrm>
          <a:prstGeom prst="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F6F80"/>
                </a:solidFill>
                <a:latin typeface="Aptos"/>
              </a:defRPr>
            </a:pPr>
            <a:r>
              <a:t>AI-POWERED SMART CHATBOT  •  FINAL CAPSTONE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Run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1887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1F2F41"/>
                </a:solidFill>
                <a:latin typeface="Aptos"/>
              </a:defRPr>
            </a:pPr>
            <a:r>
              <a:t>Start the chatbot from the project folder: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561320" cy="731520"/>
          </a:xfrm>
          <a:prstGeom prst="round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0195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A3057"/>
                </a:solidFill>
                <a:latin typeface="Consolas"/>
              </a:defRPr>
            </a:pPr>
            <a:r>
              <a:t>python -m streamlit run app.py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0070D2"/>
                </a:solidFill>
                <a:latin typeface="Aptos"/>
              </a:defRPr>
            </a:pPr>
            <a:r>
              <a:t>What to expect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33756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3246120"/>
            <a:ext cx="10497312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1F2F41"/>
                </a:solidFill>
                <a:latin typeface="Aptos"/>
              </a:defRPr>
            </a:pPr>
            <a:r>
              <a:t>Streamlit opens the app in your browser.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50207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3858768"/>
            <a:ext cx="10497312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1F2F41"/>
                </a:solidFill>
                <a:latin typeface="Aptos"/>
              </a:defRPr>
            </a:pPr>
            <a:r>
              <a:t>Type a question in the chat input and press Enter.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562855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4471416"/>
            <a:ext cx="10497312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1F2F41"/>
                </a:solidFill>
                <a:latin typeface="Aptos"/>
              </a:defRPr>
            </a:pPr>
            <a:r>
              <a:t>The model generates a response and displays it in the conversation.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175503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5084064"/>
            <a:ext cx="10497312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1F2F41"/>
                </a:solidFill>
                <a:latin typeface="Aptos"/>
              </a:defRPr>
            </a:pPr>
            <a:r>
              <a:t>Use the sidebar button to clear the active conversation.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537960"/>
            <a:ext cx="11338560" cy="22860"/>
          </a:xfrm>
          <a:prstGeom prst="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F6F80"/>
                </a:solidFill>
                <a:latin typeface="Aptos"/>
              </a:defRPr>
            </a:pPr>
            <a:r>
              <a:t>AI-POWERED SMART CHATBOT  •  FINAL CAPSTONE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1887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8016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188720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Interactive chat interface built with Streamlit.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65376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AI-generated responses from a local language model.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50592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59152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Conversation history maintained during the current session.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35808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944368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Clear-conversation control.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21024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529584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Configurable model selection in the sidebar (currently Llama 3.2 3B).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20624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114800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Basic error message if the model is unavailable.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537960"/>
            <a:ext cx="11338560" cy="22860"/>
          </a:xfrm>
          <a:prstGeom prst="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F6F80"/>
                </a:solidFill>
                <a:latin typeface="Aptos"/>
              </a:defRPr>
            </a:pPr>
            <a:r>
              <a:t>AI-POWERED SMART CHATBOT  •  FINAL CAPSTONE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Jupyter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1887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8016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188720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Introduces the problem statement and project objectives.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65376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Documents the system workflow and selected model.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50592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59152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Shows model configuration and sample interactions.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35808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944368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Includes a Python-related test question and follow-up demonstration.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21024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529584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Provides testing guidance, limitations, and possible improvements.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20624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114800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Select the project virtual environment as the notebook kernel before running cells.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537960"/>
            <a:ext cx="11338560" cy="22860"/>
          </a:xfrm>
          <a:prstGeom prst="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F6F80"/>
                </a:solidFill>
                <a:latin typeface="Aptos"/>
              </a:defRPr>
            </a:pPr>
            <a:r>
              <a:t>AI-POWERED SMART CHATBOT  •  FINAL CAPSTONE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Testing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1887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8016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188720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rPr dirty="0"/>
              <a:t>General knowledge question — </a:t>
            </a:r>
            <a:r>
              <a:rPr lang="en-IN" dirty="0"/>
              <a:t>confirm that a response is generated.</a:t>
            </a:r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731520" y="1865376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Python programming question — check clarity and relevance.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50592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59152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Follow-up question — check use of recent conversation context.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35808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944368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Clear conversation — verify that the visible history resets.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21024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529584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Ollama unavailable — verify that the app shows an understandable error.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20624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114800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Record actual results during testing; do not claim unperformed tests passed.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537960"/>
            <a:ext cx="11338560" cy="22860"/>
          </a:xfrm>
          <a:prstGeom prst="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F6F80"/>
                </a:solidFill>
                <a:latin typeface="Aptos"/>
              </a:defRPr>
            </a:pPr>
            <a:r>
              <a:t>AI-POWERED SMART CHATBOT  •  FINAL CAPSTONE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83CDC1-C7ED-C5A5-0F0A-550B130FF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12310" cy="33534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ECB5C0-D41C-FE67-23A8-5B3F9175D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310" y="-1"/>
            <a:ext cx="5879690" cy="33534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45B6E5-8311-0D07-D889-8665E1479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429000"/>
            <a:ext cx="6312311" cy="33534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B22C14-F096-E279-F72B-78D4C9F0E0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651" y="3428999"/>
            <a:ext cx="5958349" cy="335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866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1887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8016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188720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AI responses can be inaccurate or incomplete and should be checked.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65376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Response speed depends on computer hardware and available memory.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50592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59152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The model must be downloaded before local use.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35808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944368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The application does not independently verify answers against external sources.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21024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529584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Conversation history is not permanently stored.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20624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114800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The current version does not include document-based RAG.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537960"/>
            <a:ext cx="11338560" cy="22860"/>
          </a:xfrm>
          <a:prstGeom prst="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F6F80"/>
                </a:solidFill>
                <a:latin typeface="Aptos"/>
              </a:defRPr>
            </a:pPr>
            <a:r>
              <a:t>AI-POWERED SMART CHATBOT  •  FINAL CAPSTONE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1887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8016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188720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Add document-based question answering using Retrieval-Augmented Generation (RAG).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65376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Support additional local language models.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50592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59152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Add configurable model settings and response evaluation.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35808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944368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Optionally save conversation history with user consent.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21024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529584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Improve validation, logging, and user-facing error messages.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37960"/>
            <a:ext cx="11338560" cy="22860"/>
          </a:xfrm>
          <a:prstGeom prst="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F6F80"/>
                </a:solidFill>
                <a:latin typeface="Aptos"/>
              </a:defRPr>
            </a:pPr>
            <a:r>
              <a:t>AI-POWERED SMART CHATBOT  •  FINAL CAPSTONE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1887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80160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188720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The project demonstrates a local AI chatbot built with Python and Streamlit.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65376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LangChain connects the app to the Ollama-hosted Llama model.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50592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59152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The application provides interactive question answering and session-based chat history.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35808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944368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The capstone offers practical experience with LLM integration and local AI deployment.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21024"/>
            <a:ext cx="146304" cy="146304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529584"/>
            <a:ext cx="1049731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F2F41"/>
                </a:solidFill>
                <a:latin typeface="Aptos"/>
              </a:defRPr>
            </a:pPr>
            <a:r>
              <a:t>Before submission, test the application and replace all presentation placeholders.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37960"/>
            <a:ext cx="11338560" cy="22860"/>
          </a:xfrm>
          <a:prstGeom prst="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F6F80"/>
                </a:solidFill>
                <a:latin typeface="Aptos"/>
              </a:defRPr>
            </a:pPr>
            <a:r>
              <a:t>AI-POWERED SMART CHATBOT  •  FINAL CAPSTONE 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Author and Project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11887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143000"/>
            <a:ext cx="9966960" cy="502920"/>
          </a:xfrm>
          <a:prstGeom prst="round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98448" y="1234440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0A3057"/>
                </a:solidFill>
                <a:latin typeface="Aptos"/>
              </a:defRPr>
            </a:pPr>
            <a:r>
              <a:t>Project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34440"/>
            <a:ext cx="6995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F2F41"/>
                </a:solidFill>
                <a:latin typeface="Aptos"/>
              </a:defRPr>
            </a:pPr>
            <a:r>
              <a:t>AI-Powered Smart Chatbot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01368"/>
            <a:ext cx="9966960" cy="502920"/>
          </a:xfrm>
          <a:prstGeom prst="round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1892807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0A3057"/>
                </a:solidFill>
                <a:latin typeface="Aptos"/>
              </a:defRPr>
            </a:pPr>
            <a:r>
              <a:t>Project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92807"/>
            <a:ext cx="6995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F2F41"/>
                </a:solidFill>
                <a:latin typeface="Aptos"/>
              </a:defRPr>
            </a:pPr>
            <a:r>
              <a:t>Final Capstone Project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459736"/>
            <a:ext cx="9966960" cy="502920"/>
          </a:xfrm>
          <a:prstGeom prst="round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98448" y="255117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0A3057"/>
                </a:solidFill>
                <a:latin typeface="Aptos"/>
              </a:defRPr>
            </a:pPr>
            <a:r>
              <a:t>Author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51176"/>
            <a:ext cx="6995160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F2F41"/>
                </a:solidFill>
                <a:latin typeface="Aptos"/>
              </a:defRPr>
            </a:pPr>
            <a:r>
              <a:rPr lang="en-IN" dirty="0"/>
              <a:t>Neha Bansal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1051560" y="3118104"/>
            <a:ext cx="9966960" cy="502920"/>
          </a:xfrm>
          <a:prstGeom prst="round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3209544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0A3057"/>
                </a:solidFill>
                <a:latin typeface="Aptos"/>
              </a:defRPr>
            </a:pPr>
            <a:r>
              <a:t>Trainer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209544"/>
            <a:ext cx="6995160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F2F41"/>
                </a:solidFill>
                <a:latin typeface="Aptos"/>
              </a:defRPr>
            </a:pPr>
            <a:r>
              <a:rPr lang="en-IN" dirty="0"/>
              <a:t>Anant Verma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1051560" y="3776472"/>
            <a:ext cx="9966960" cy="502920"/>
          </a:xfrm>
          <a:prstGeom prst="round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8448" y="3867911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0A3057"/>
                </a:solidFill>
                <a:latin typeface="Aptos"/>
              </a:defRPr>
            </a:pPr>
            <a:r>
              <a:t>Institute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867911"/>
            <a:ext cx="6995160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F2F41"/>
                </a:solidFill>
                <a:latin typeface="Aptos"/>
              </a:defRPr>
            </a:pPr>
            <a:r>
              <a:rPr lang="en-IN" dirty="0"/>
              <a:t>E&amp;ICT IIT Roorkee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1051560" y="4434840"/>
            <a:ext cx="9966960" cy="502920"/>
          </a:xfrm>
          <a:prstGeom prst="round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8448" y="4526279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0A3057"/>
                </a:solidFill>
                <a:latin typeface="Aptos"/>
              </a:defRPr>
            </a:pPr>
            <a:r>
              <a:t>Course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526279"/>
            <a:ext cx="6995160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F41"/>
                </a:solidFill>
                <a:latin typeface="Aptos"/>
              </a:defRPr>
            </a:pPr>
            <a:r>
              <a:rPr lang="en-US" dirty="0"/>
              <a:t>Advanced Program In Applied Data Analytics &amp; Generative AI</a:t>
            </a:r>
            <a:endParaRPr dirty="0"/>
          </a:p>
        </p:txBody>
      </p:sp>
      <p:sp>
        <p:nvSpPr>
          <p:cNvPr id="23" name="Rounded Rectangle 22"/>
          <p:cNvSpPr/>
          <p:nvPr/>
        </p:nvSpPr>
        <p:spPr>
          <a:xfrm>
            <a:off x="1051560" y="5093208"/>
            <a:ext cx="9966960" cy="502920"/>
          </a:xfrm>
          <a:prstGeom prst="round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98448" y="5184648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0A3057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184648"/>
            <a:ext cx="6995160" cy="65659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F41"/>
                </a:solidFill>
                <a:latin typeface="Aptos"/>
              </a:defRPr>
            </a:pPr>
            <a:r>
              <a:rPr lang="en-IN">
                <a:hlinkClick r:id="rId2"/>
              </a:rPr>
              <a:t>https://github.com/nehaguptarke6-cmyk/AI-Powered-Smart-Chatbot</a:t>
            </a:r>
            <a:endParaRPr lang="en-IN"/>
          </a:p>
          <a:p>
            <a:pPr>
              <a:spcAft>
                <a:spcPts val="800"/>
              </a:spcAft>
              <a:defRPr sz="1500" b="0">
                <a:solidFill>
                  <a:srgbClr val="1F2F41"/>
                </a:solidFill>
                <a:latin typeface="Aptos"/>
              </a:defRPr>
            </a:pPr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6537960"/>
            <a:ext cx="11338560" cy="22860"/>
          </a:xfrm>
          <a:prstGeom prst="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F6F80"/>
                </a:solidFill>
                <a:latin typeface="Aptos"/>
              </a:defRPr>
            </a:pPr>
            <a:r>
              <a:t>AI-POWERED SMART CHATBOT  •  FINAL CAPSTONE PROJECT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74320" y="365760"/>
            <a:ext cx="2103120" cy="2103120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4297680"/>
            <a:ext cx="2103120" cy="2103120"/>
          </a:xfrm>
          <a:prstGeom prst="ellipse">
            <a:avLst/>
          </a:prstGeom>
          <a:solidFill>
            <a:srgbClr val="0070D2"/>
          </a:solidFill>
          <a:ln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0">
                <a:solidFill>
                  <a:srgbClr val="AED7FF"/>
                </a:solidFill>
                <a:latin typeface="Aptos"/>
              </a:defRPr>
            </a:pPr>
            <a:r>
              <a:t>Any 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349240" y="3794760"/>
            <a:ext cx="1463040" cy="64008"/>
          </a:xfrm>
          <a:prstGeom prst="rect">
            <a:avLst/>
          </a:prstGeom>
          <a:solidFill>
            <a:srgbClr val="F59128"/>
          </a:solidFill>
          <a:ln>
            <a:solidFill>
              <a:srgbClr val="F5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08076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AI-Powered Smart Chatbot  •  Final Capstone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1002</Words>
  <Application>Microsoft Office PowerPoint</Application>
  <PresentationFormat>Widescreen</PresentationFormat>
  <Paragraphs>172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nehag</dc:creator>
  <cp:keywords/>
  <dc:description>generated using python-pptx</dc:description>
  <cp:lastModifiedBy>nehaguptarke6@gmail.com</cp:lastModifiedBy>
  <cp:revision>4</cp:revision>
  <dcterms:created xsi:type="dcterms:W3CDTF">2013-01-27T09:14:16Z</dcterms:created>
  <dcterms:modified xsi:type="dcterms:W3CDTF">2026-10-29T18:20:20Z</dcterms:modified>
  <cp:category/>
</cp:coreProperties>
</file>